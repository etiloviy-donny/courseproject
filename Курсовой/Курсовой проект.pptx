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48" autoAdjust="0"/>
  </p:normalViewPr>
  <p:slideViewPr>
    <p:cSldViewPr snapToGrid="0">
      <p:cViewPr>
        <p:scale>
          <a:sx n="100" d="100"/>
          <a:sy n="100" d="100"/>
        </p:scale>
        <p:origin x="954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4BDDA-45EC-4C14-B62F-84832DD0AEB5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8D8B1-C8EC-4915-A94A-D23DE2AB2E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05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F83CFD4-F85E-4563-86C1-51E6124A3FD2}" type="datetime1">
              <a:rPr lang="ru-RU" smtClean="0"/>
              <a:t>09.12.2025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Google Shape;22;p3">
            <a:extLst>
              <a:ext uri="{FF2B5EF4-FFF2-40B4-BE49-F238E27FC236}">
                <a16:creationId xmlns:a16="http://schemas.microsoft.com/office/drawing/2014/main" id="{D7C44C21-AA69-4906-8446-8466CB266AF9}"/>
              </a:ext>
            </a:extLst>
          </p:cNvPr>
          <p:cNvSpPr/>
          <p:nvPr/>
        </p:nvSpPr>
        <p:spPr>
          <a:xfrm rot="10516523" flipH="1">
            <a:off x="7001022" y="6109468"/>
            <a:ext cx="6478482" cy="2167837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31457"/>
              <a:gd name="connsiteX1" fmla="*/ 58067 w 73424"/>
              <a:gd name="connsiteY1" fmla="*/ 19389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29376"/>
              <a:gd name="connsiteX1" fmla="*/ 58067 w 73424"/>
              <a:gd name="connsiteY1" fmla="*/ 19389 h 29376"/>
              <a:gd name="connsiteX2" fmla="*/ 24778 w 73424"/>
              <a:gd name="connsiteY2" fmla="*/ 25788 h 29376"/>
              <a:gd name="connsiteX3" fmla="*/ 16974 w 73424"/>
              <a:gd name="connsiteY3" fmla="*/ 29025 h 29376"/>
              <a:gd name="connsiteX4" fmla="*/ 0 w 73424"/>
              <a:gd name="connsiteY4" fmla="*/ 18035 h 29376"/>
              <a:gd name="connsiteX0" fmla="*/ 67041 w 67041"/>
              <a:gd name="connsiteY0" fmla="*/ 0 h 29376"/>
              <a:gd name="connsiteX1" fmla="*/ 51684 w 67041"/>
              <a:gd name="connsiteY1" fmla="*/ 19389 h 29376"/>
              <a:gd name="connsiteX2" fmla="*/ 18395 w 67041"/>
              <a:gd name="connsiteY2" fmla="*/ 25788 h 29376"/>
              <a:gd name="connsiteX3" fmla="*/ 10591 w 67041"/>
              <a:gd name="connsiteY3" fmla="*/ 29025 h 29376"/>
              <a:gd name="connsiteX4" fmla="*/ 0 w 67041"/>
              <a:gd name="connsiteY4" fmla="*/ 10502 h 29376"/>
              <a:gd name="connsiteX0" fmla="*/ 67041 w 67041"/>
              <a:gd name="connsiteY0" fmla="*/ 0 h 27223"/>
              <a:gd name="connsiteX1" fmla="*/ 51684 w 67041"/>
              <a:gd name="connsiteY1" fmla="*/ 19389 h 27223"/>
              <a:gd name="connsiteX2" fmla="*/ 18395 w 67041"/>
              <a:gd name="connsiteY2" fmla="*/ 25788 h 27223"/>
              <a:gd name="connsiteX3" fmla="*/ 10214 w 67041"/>
              <a:gd name="connsiteY3" fmla="*/ 26197 h 27223"/>
              <a:gd name="connsiteX4" fmla="*/ 0 w 67041"/>
              <a:gd name="connsiteY4" fmla="*/ 10502 h 27223"/>
              <a:gd name="connsiteX0" fmla="*/ 67041 w 67041"/>
              <a:gd name="connsiteY0" fmla="*/ 0 h 28127"/>
              <a:gd name="connsiteX1" fmla="*/ 51684 w 67041"/>
              <a:gd name="connsiteY1" fmla="*/ 19389 h 28127"/>
              <a:gd name="connsiteX2" fmla="*/ 20086 w 67041"/>
              <a:gd name="connsiteY2" fmla="*/ 27221 h 28127"/>
              <a:gd name="connsiteX3" fmla="*/ 10214 w 67041"/>
              <a:gd name="connsiteY3" fmla="*/ 26197 h 28127"/>
              <a:gd name="connsiteX4" fmla="*/ 0 w 67041"/>
              <a:gd name="connsiteY4" fmla="*/ 10502 h 28127"/>
              <a:gd name="connsiteX0" fmla="*/ 67041 w 67041"/>
              <a:gd name="connsiteY0" fmla="*/ 0 h 27915"/>
              <a:gd name="connsiteX1" fmla="*/ 51684 w 67041"/>
              <a:gd name="connsiteY1" fmla="*/ 19389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7041 w 67041"/>
              <a:gd name="connsiteY0" fmla="*/ 0 h 27915"/>
              <a:gd name="connsiteX1" fmla="*/ 43220 w 67041"/>
              <a:gd name="connsiteY1" fmla="*/ 6935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0570 w 60570"/>
              <a:gd name="connsiteY0" fmla="*/ 0 h 30097"/>
              <a:gd name="connsiteX1" fmla="*/ 43220 w 60570"/>
              <a:gd name="connsiteY1" fmla="*/ 9117 h 30097"/>
              <a:gd name="connsiteX2" fmla="*/ 20086 w 60570"/>
              <a:gd name="connsiteY2" fmla="*/ 29403 h 30097"/>
              <a:gd name="connsiteX3" fmla="*/ 10984 w 60570"/>
              <a:gd name="connsiteY3" fmla="*/ 27315 h 30097"/>
              <a:gd name="connsiteX4" fmla="*/ 0 w 60570"/>
              <a:gd name="connsiteY4" fmla="*/ 12684 h 30097"/>
              <a:gd name="connsiteX0" fmla="*/ 60570 w 60570"/>
              <a:gd name="connsiteY0" fmla="*/ 0 h 27454"/>
              <a:gd name="connsiteX1" fmla="*/ 43220 w 60570"/>
              <a:gd name="connsiteY1" fmla="*/ 9117 h 27454"/>
              <a:gd name="connsiteX2" fmla="*/ 24939 w 60570"/>
              <a:gd name="connsiteY2" fmla="*/ 18567 h 27454"/>
              <a:gd name="connsiteX3" fmla="*/ 10984 w 60570"/>
              <a:gd name="connsiteY3" fmla="*/ 27315 h 27454"/>
              <a:gd name="connsiteX4" fmla="*/ 0 w 60570"/>
              <a:gd name="connsiteY4" fmla="*/ 12684 h 27454"/>
              <a:gd name="connsiteX0" fmla="*/ 60570 w 60570"/>
              <a:gd name="connsiteY0" fmla="*/ 0 h 23696"/>
              <a:gd name="connsiteX1" fmla="*/ 43220 w 60570"/>
              <a:gd name="connsiteY1" fmla="*/ 9117 h 23696"/>
              <a:gd name="connsiteX2" fmla="*/ 24939 w 60570"/>
              <a:gd name="connsiteY2" fmla="*/ 18567 h 23696"/>
              <a:gd name="connsiteX3" fmla="*/ 8718 w 60570"/>
              <a:gd name="connsiteY3" fmla="*/ 23434 h 23696"/>
              <a:gd name="connsiteX4" fmla="*/ 0 w 60570"/>
              <a:gd name="connsiteY4" fmla="*/ 12684 h 23696"/>
              <a:gd name="connsiteX0" fmla="*/ 60570 w 60570"/>
              <a:gd name="connsiteY0" fmla="*/ 0 h 23659"/>
              <a:gd name="connsiteX1" fmla="*/ 43220 w 60570"/>
              <a:gd name="connsiteY1" fmla="*/ 9117 h 23659"/>
              <a:gd name="connsiteX2" fmla="*/ 33690 w 60570"/>
              <a:gd name="connsiteY2" fmla="*/ 14193 h 23659"/>
              <a:gd name="connsiteX3" fmla="*/ 24939 w 60570"/>
              <a:gd name="connsiteY3" fmla="*/ 18567 h 23659"/>
              <a:gd name="connsiteX4" fmla="*/ 8718 w 60570"/>
              <a:gd name="connsiteY4" fmla="*/ 23434 h 23659"/>
              <a:gd name="connsiteX5" fmla="*/ 0 w 60570"/>
              <a:gd name="connsiteY5" fmla="*/ 12684 h 23659"/>
              <a:gd name="connsiteX0" fmla="*/ 60570 w 60570"/>
              <a:gd name="connsiteY0" fmla="*/ 0 h 23659"/>
              <a:gd name="connsiteX1" fmla="*/ 43220 w 60570"/>
              <a:gd name="connsiteY1" fmla="*/ 9117 h 23659"/>
              <a:gd name="connsiteX2" fmla="*/ 33690 w 60570"/>
              <a:gd name="connsiteY2" fmla="*/ 14193 h 23659"/>
              <a:gd name="connsiteX3" fmla="*/ 24939 w 60570"/>
              <a:gd name="connsiteY3" fmla="*/ 18567 h 23659"/>
              <a:gd name="connsiteX4" fmla="*/ 8718 w 60570"/>
              <a:gd name="connsiteY4" fmla="*/ 23434 h 23659"/>
              <a:gd name="connsiteX5" fmla="*/ 0 w 60570"/>
              <a:gd name="connsiteY5" fmla="*/ 12684 h 23659"/>
              <a:gd name="connsiteX0" fmla="*/ 60570 w 60570"/>
              <a:gd name="connsiteY0" fmla="*/ 0 h 23628"/>
              <a:gd name="connsiteX1" fmla="*/ 43220 w 60570"/>
              <a:gd name="connsiteY1" fmla="*/ 9117 h 23628"/>
              <a:gd name="connsiteX2" fmla="*/ 41401 w 60570"/>
              <a:gd name="connsiteY2" fmla="*/ 19746 h 23628"/>
              <a:gd name="connsiteX3" fmla="*/ 24939 w 60570"/>
              <a:gd name="connsiteY3" fmla="*/ 18567 h 23628"/>
              <a:gd name="connsiteX4" fmla="*/ 8718 w 60570"/>
              <a:gd name="connsiteY4" fmla="*/ 23434 h 23628"/>
              <a:gd name="connsiteX5" fmla="*/ 0 w 60570"/>
              <a:gd name="connsiteY5" fmla="*/ 12684 h 23628"/>
              <a:gd name="connsiteX0" fmla="*/ 60570 w 60570"/>
              <a:gd name="connsiteY0" fmla="*/ 0 h 20268"/>
              <a:gd name="connsiteX1" fmla="*/ 43220 w 60570"/>
              <a:gd name="connsiteY1" fmla="*/ 9117 h 20268"/>
              <a:gd name="connsiteX2" fmla="*/ 41401 w 60570"/>
              <a:gd name="connsiteY2" fmla="*/ 19746 h 20268"/>
              <a:gd name="connsiteX3" fmla="*/ 24939 w 60570"/>
              <a:gd name="connsiteY3" fmla="*/ 18567 h 20268"/>
              <a:gd name="connsiteX4" fmla="*/ 6145 w 60570"/>
              <a:gd name="connsiteY4" fmla="*/ 17987 h 20268"/>
              <a:gd name="connsiteX5" fmla="*/ 0 w 60570"/>
              <a:gd name="connsiteY5" fmla="*/ 12684 h 20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70" h="20268" fill="none" extrusionOk="0">
                <a:moveTo>
                  <a:pt x="60570" y="0"/>
                </a:moveTo>
                <a:cubicBezTo>
                  <a:pt x="54787" y="3039"/>
                  <a:pt x="46415" y="5826"/>
                  <a:pt x="43220" y="9117"/>
                </a:cubicBezTo>
                <a:cubicBezTo>
                  <a:pt x="40025" y="12408"/>
                  <a:pt x="46035" y="17491"/>
                  <a:pt x="41401" y="19746"/>
                </a:cubicBezTo>
                <a:cubicBezTo>
                  <a:pt x="38354" y="21321"/>
                  <a:pt x="30815" y="18860"/>
                  <a:pt x="24939" y="18567"/>
                </a:cubicBezTo>
                <a:cubicBezTo>
                  <a:pt x="19063" y="18274"/>
                  <a:pt x="10275" y="19279"/>
                  <a:pt x="6145" y="17987"/>
                </a:cubicBezTo>
                <a:cubicBezTo>
                  <a:pt x="2015" y="16695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A62885B8-6DEC-4FA2-B9DD-29F52230D613}"/>
              </a:ext>
            </a:extLst>
          </p:cNvPr>
          <p:cNvSpPr/>
          <p:nvPr/>
        </p:nvSpPr>
        <p:spPr>
          <a:xfrm rot="5636608" flipH="1">
            <a:off x="-2771586" y="186999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" fmla="*/ 55307 w 86160"/>
              <a:gd name="connsiteY0" fmla="*/ 18 h 50606"/>
              <a:gd name="connsiteX1" fmla="*/ 46385 w 86160"/>
              <a:gd name="connsiteY1" fmla="*/ 3060 h 50606"/>
              <a:gd name="connsiteX2" fmla="*/ 23250 w 86160"/>
              <a:gd name="connsiteY2" fmla="*/ 20903 h 50606"/>
              <a:gd name="connsiteX3" fmla="*/ 15443 w 86160"/>
              <a:gd name="connsiteY3" fmla="*/ 27608 h 50606"/>
              <a:gd name="connsiteX4" fmla="*/ 14517 w 86160"/>
              <a:gd name="connsiteY4" fmla="*/ 27573 h 50606"/>
              <a:gd name="connsiteX5" fmla="*/ 11428 w 86160"/>
              <a:gd name="connsiteY5" fmla="*/ 27456 h 50606"/>
              <a:gd name="connsiteX6" fmla="*/ 39 w 86160"/>
              <a:gd name="connsiteY6" fmla="*/ 31152 h 50606"/>
              <a:gd name="connsiteX7" fmla="*/ 10831 w 86160"/>
              <a:gd name="connsiteY7" fmla="*/ 43079 h 50606"/>
              <a:gd name="connsiteX8" fmla="*/ 30398 w 86160"/>
              <a:gd name="connsiteY8" fmla="*/ 50606 h 50606"/>
              <a:gd name="connsiteX9" fmla="*/ 34419 w 86160"/>
              <a:gd name="connsiteY9" fmla="*/ 49967 h 50606"/>
              <a:gd name="connsiteX10" fmla="*/ 85987 w 86160"/>
              <a:gd name="connsiteY10" fmla="*/ 35163 h 50606"/>
              <a:gd name="connsiteX11" fmla="*/ 75901 w 86160"/>
              <a:gd name="connsiteY11" fmla="*/ 7726 h 50606"/>
              <a:gd name="connsiteX12" fmla="*/ 55307 w 86160"/>
              <a:gd name="connsiteY12" fmla="*/ 18 h 50606"/>
              <a:gd name="connsiteX0" fmla="*/ 55307 w 79837"/>
              <a:gd name="connsiteY0" fmla="*/ 18 h 52262"/>
              <a:gd name="connsiteX1" fmla="*/ 46385 w 79837"/>
              <a:gd name="connsiteY1" fmla="*/ 3060 h 52262"/>
              <a:gd name="connsiteX2" fmla="*/ 23250 w 79837"/>
              <a:gd name="connsiteY2" fmla="*/ 20903 h 52262"/>
              <a:gd name="connsiteX3" fmla="*/ 15443 w 79837"/>
              <a:gd name="connsiteY3" fmla="*/ 27608 h 52262"/>
              <a:gd name="connsiteX4" fmla="*/ 14517 w 79837"/>
              <a:gd name="connsiteY4" fmla="*/ 27573 h 52262"/>
              <a:gd name="connsiteX5" fmla="*/ 11428 w 79837"/>
              <a:gd name="connsiteY5" fmla="*/ 27456 h 52262"/>
              <a:gd name="connsiteX6" fmla="*/ 39 w 79837"/>
              <a:gd name="connsiteY6" fmla="*/ 31152 h 52262"/>
              <a:gd name="connsiteX7" fmla="*/ 10831 w 79837"/>
              <a:gd name="connsiteY7" fmla="*/ 43079 h 52262"/>
              <a:gd name="connsiteX8" fmla="*/ 30398 w 79837"/>
              <a:gd name="connsiteY8" fmla="*/ 50606 h 52262"/>
              <a:gd name="connsiteX9" fmla="*/ 34419 w 79837"/>
              <a:gd name="connsiteY9" fmla="*/ 49967 h 52262"/>
              <a:gd name="connsiteX10" fmla="*/ 79229 w 79837"/>
              <a:gd name="connsiteY10" fmla="*/ 22039 h 52262"/>
              <a:gd name="connsiteX11" fmla="*/ 75901 w 79837"/>
              <a:gd name="connsiteY11" fmla="*/ 7726 h 52262"/>
              <a:gd name="connsiteX12" fmla="*/ 55307 w 79837"/>
              <a:gd name="connsiteY12" fmla="*/ 18 h 52262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14512 w 79832"/>
              <a:gd name="connsiteY4" fmla="*/ 27573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7743 w 79832"/>
              <a:gd name="connsiteY4" fmla="*/ 24210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7743 w 79832"/>
              <a:gd name="connsiteY4" fmla="*/ 24210 h 51830"/>
              <a:gd name="connsiteX5" fmla="*/ 3611 w 79832"/>
              <a:gd name="connsiteY5" fmla="*/ 25228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4601 w 79832"/>
              <a:gd name="connsiteY3" fmla="*/ 22240 h 51830"/>
              <a:gd name="connsiteX4" fmla="*/ 7743 w 79832"/>
              <a:gd name="connsiteY4" fmla="*/ 24210 h 51830"/>
              <a:gd name="connsiteX5" fmla="*/ 3611 w 79832"/>
              <a:gd name="connsiteY5" fmla="*/ 25228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541" y="17706"/>
                  <a:pt x="23245" y="20903"/>
                </a:cubicBezTo>
                <a:cubicBezTo>
                  <a:pt x="17949" y="24100"/>
                  <a:pt x="17185" y="21689"/>
                  <a:pt x="14601" y="22240"/>
                </a:cubicBezTo>
                <a:cubicBezTo>
                  <a:pt x="12017" y="22791"/>
                  <a:pt x="9575" y="23712"/>
                  <a:pt x="7743" y="24210"/>
                </a:cubicBezTo>
                <a:cubicBezTo>
                  <a:pt x="5911" y="24708"/>
                  <a:pt x="4896" y="24071"/>
                  <a:pt x="3611" y="25228"/>
                </a:cubicBezTo>
                <a:cubicBezTo>
                  <a:pt x="2326" y="26385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bg2">
              <a:lumMod val="5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>
            <a:extLst>
              <a:ext uri="{FF2B5EF4-FFF2-40B4-BE49-F238E27FC236}">
                <a16:creationId xmlns:a16="http://schemas.microsoft.com/office/drawing/2014/main" id="{86999DB2-B561-462F-932D-00FD467CF02F}"/>
              </a:ext>
            </a:extLst>
          </p:cNvPr>
          <p:cNvSpPr/>
          <p:nvPr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13" name="Google Shape;50;p6">
            <a:extLst>
              <a:ext uri="{FF2B5EF4-FFF2-40B4-BE49-F238E27FC236}">
                <a16:creationId xmlns:a16="http://schemas.microsoft.com/office/drawing/2014/main" id="{08110697-2E6A-4EEF-A5D3-9A9A6A5B6CB1}"/>
              </a:ext>
            </a:extLst>
          </p:cNvPr>
          <p:cNvSpPr/>
          <p:nvPr/>
        </p:nvSpPr>
        <p:spPr>
          <a:xfrm>
            <a:off x="10025031" y="350362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2;p6">
            <a:extLst>
              <a:ext uri="{FF2B5EF4-FFF2-40B4-BE49-F238E27FC236}">
                <a16:creationId xmlns:a16="http://schemas.microsoft.com/office/drawing/2014/main" id="{A9200C5C-CC98-4883-9799-B45F2452AB80}"/>
              </a:ext>
            </a:extLst>
          </p:cNvPr>
          <p:cNvSpPr/>
          <p:nvPr/>
        </p:nvSpPr>
        <p:spPr>
          <a:xfrm rot="-649760" flipH="1">
            <a:off x="11070536" y="1810606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tx1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00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4105E54-68BB-4F64-81B0-B75ADB7AB531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Google Shape;20;p3">
            <a:extLst>
              <a:ext uri="{FF2B5EF4-FFF2-40B4-BE49-F238E27FC236}">
                <a16:creationId xmlns:a16="http://schemas.microsoft.com/office/drawing/2014/main" id="{42B27CB7-B8F6-4150-82B0-1DA60E4ED577}"/>
              </a:ext>
            </a:extLst>
          </p:cNvPr>
          <p:cNvSpPr/>
          <p:nvPr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Google Shape;31;p4">
            <a:extLst>
              <a:ext uri="{FF2B5EF4-FFF2-40B4-BE49-F238E27FC236}">
                <a16:creationId xmlns:a16="http://schemas.microsoft.com/office/drawing/2014/main" id="{3961D41C-692B-42A8-87F2-FC59DE6A9946}"/>
              </a:ext>
            </a:extLst>
          </p:cNvPr>
          <p:cNvSpPr/>
          <p:nvPr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8914 w 71064"/>
              <a:gd name="connsiteY7" fmla="*/ 79207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9225 w 71064"/>
              <a:gd name="connsiteY7" fmla="*/ 77558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03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FD3EBB6E-C770-4AFD-9541-79A0E64588DD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Google Shape;20;p3">
            <a:extLst>
              <a:ext uri="{FF2B5EF4-FFF2-40B4-BE49-F238E27FC236}">
                <a16:creationId xmlns:a16="http://schemas.microsoft.com/office/drawing/2014/main" id="{BD2B567A-3974-49D9-9365-ABA029B9EE22}"/>
              </a:ext>
            </a:extLst>
          </p:cNvPr>
          <p:cNvSpPr/>
          <p:nvPr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20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EA342F9-0BF0-4B30-838A-B9C7E242E5DA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>
            <a:extLst>
              <a:ext uri="{FF2B5EF4-FFF2-40B4-BE49-F238E27FC236}">
                <a16:creationId xmlns:a16="http://schemas.microsoft.com/office/drawing/2014/main" id="{3661A48C-0581-4A50-81C7-B3B86E720CED}"/>
              </a:ext>
            </a:extLst>
          </p:cNvPr>
          <p:cNvSpPr/>
          <p:nvPr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D783F46-28AD-4637-AD6E-EF0F4BEBE18F}"/>
              </a:ext>
            </a:extLst>
          </p:cNvPr>
          <p:cNvSpPr/>
          <p:nvPr/>
        </p:nvSpPr>
        <p:spPr>
          <a:xfrm>
            <a:off x="493157" y="1825625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C2D5D-33C7-46BA-8D64-637980F3F2C6}"/>
              </a:ext>
            </a:extLst>
          </p:cNvPr>
          <p:cNvSpPr txBox="1"/>
          <p:nvPr/>
        </p:nvSpPr>
        <p:spPr>
          <a:xfrm>
            <a:off x="603200" y="177635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C2D4C48-012A-47F2-82C5-CC2C42224701}"/>
              </a:ext>
            </a:extLst>
          </p:cNvPr>
          <p:cNvSpPr/>
          <p:nvPr/>
        </p:nvSpPr>
        <p:spPr>
          <a:xfrm>
            <a:off x="493157" y="336193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C976E7-395F-473D-AE52-64051C6F4209}"/>
              </a:ext>
            </a:extLst>
          </p:cNvPr>
          <p:cNvSpPr txBox="1"/>
          <p:nvPr/>
        </p:nvSpPr>
        <p:spPr>
          <a:xfrm>
            <a:off x="603200" y="331266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2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CC97AE06-67D2-4FE1-8D66-0709A8F8A095}"/>
              </a:ext>
            </a:extLst>
          </p:cNvPr>
          <p:cNvSpPr/>
          <p:nvPr/>
        </p:nvSpPr>
        <p:spPr>
          <a:xfrm>
            <a:off x="493157" y="486816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4E5362-FA71-43B9-94D8-B6D46FF6B930}"/>
              </a:ext>
            </a:extLst>
          </p:cNvPr>
          <p:cNvSpPr txBox="1"/>
          <p:nvPr/>
        </p:nvSpPr>
        <p:spPr>
          <a:xfrm>
            <a:off x="603200" y="481889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7475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6BEC36A-9665-4CA0-8420-DF78E0F06E18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AD30BB36-1D6F-482F-B8DE-C6992517755C}"/>
              </a:ext>
            </a:extLst>
          </p:cNvPr>
          <p:cNvSpPr/>
          <p:nvPr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31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F254-1801-466E-964E-EC8BC479A8AE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72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4061-2313-4EDD-9CA9-E133CDF8A5AB}" type="datetime1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79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A748-ED46-43C7-A67E-C8BAD9C13933}" type="datetime1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13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F8EA-2FA8-4F60-AC3F-01A2CFFFBC27}" type="datetime1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9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25D-E242-4D9A-A91B-619B125BA155}" type="datetime1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94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A2F00-F20B-4906-991C-4BF92A298097}" type="datetime1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43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9E74-383D-4766-8BC8-E4F2408C3422}" type="datetime1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07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A0D29-46EC-49F3-B4E9-8EAF1D75125F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96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0A89-BFC6-4390-A692-BEE44C5779F6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66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DB120-5E65-48F0-8D63-EE556F1E383B}" type="datetime1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465EA-9B07-4368-B55F-CED6B2FE6CC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93A50-8C3C-D777-9B4E-BF6401D29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ВЫСШЕГО ОБРАЗОВАНИЯ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«САНКТ-ПЕТЕРБУРГСКИЙ ГОСУДАРСТВЕННЫЙ УНИВЕРСИТЕТ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ТЕЛЕКОММУНИКАЦИЙ ИМ. ПРОФ. М.А. БОНЧ-БРУЕВИЧА»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(СПбГУТ)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АРХАНГЕЛЬСКИЙ КОЛЛЕДЖ ТЕЛЕКОММУНИКАЦИЙ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ИМ. Б.Л. РОЗИНГА (ФИЛИАЛ) СПбГУТ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(АКТ (ф) СПбГУТ)</a:t>
            </a:r>
            <a:endParaRPr lang="ru-RU"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02BBAB-7197-8C3E-2438-D7A1C2EFB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ПОДССИТЕМЫ УЧЕТА ЗАЯВОК ПО ПОВЕРКЕ СЧЁТЧИКОВ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5E3AF-1FFB-456C-061C-424F0BFE3629}"/>
              </a:ext>
            </a:extLst>
          </p:cNvPr>
          <p:cNvSpPr txBox="1"/>
          <p:nvPr/>
        </p:nvSpPr>
        <p:spPr>
          <a:xfrm>
            <a:off x="4670612" y="6488668"/>
            <a:ext cx="285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D9769-98CF-E334-9A4C-4FFCD173F234}"/>
              </a:ext>
            </a:extLst>
          </p:cNvPr>
          <p:cNvSpPr txBox="1"/>
          <p:nvPr/>
        </p:nvSpPr>
        <p:spPr>
          <a:xfrm>
            <a:off x="8023412" y="3933715"/>
            <a:ext cx="3302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2"/>
                </a:solidFill>
              </a:rPr>
              <a:t>Пермогорский</a:t>
            </a:r>
            <a:r>
              <a:rPr lang="ru-RU" dirty="0">
                <a:solidFill>
                  <a:schemeClr val="bg2"/>
                </a:solidFill>
              </a:rPr>
              <a:t> Егор Алексеевич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accent3"/>
                </a:solidFill>
              </a:rPr>
              <a:t>Студент ИСПП-21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0624B-71A9-EDDC-85EF-184773E13270}"/>
              </a:ext>
            </a:extLst>
          </p:cNvPr>
          <p:cNvSpPr txBox="1"/>
          <p:nvPr/>
        </p:nvSpPr>
        <p:spPr>
          <a:xfrm>
            <a:off x="8023412" y="4726443"/>
            <a:ext cx="2790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2"/>
                </a:solidFill>
              </a:rPr>
              <a:t>Маломан</a:t>
            </a:r>
            <a:r>
              <a:rPr lang="ru-RU" dirty="0">
                <a:solidFill>
                  <a:schemeClr val="bg2"/>
                </a:solidFill>
              </a:rPr>
              <a:t> Юлия Сергеевна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accent3"/>
                </a:solidFill>
              </a:rPr>
              <a:t>Руководитель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6F7B48-649F-6779-4BA5-6B6C81C9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67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67C15-DF95-77F4-7B1A-D71728A4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2126B5D-4C6B-5909-90B2-6D5B37881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4" y="1825625"/>
            <a:ext cx="4351338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8C251B-02D2-B30F-21C9-B6B105F26132}"/>
              </a:ext>
            </a:extLst>
          </p:cNvPr>
          <p:cNvSpPr txBox="1"/>
          <p:nvPr/>
        </p:nvSpPr>
        <p:spPr>
          <a:xfrm>
            <a:off x="5576046" y="1825625"/>
            <a:ext cx="5154706" cy="237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Разработанная система представляет собой современное решение для автоматизации процессов в жилищно-коммунальном хозяйстве и сервисных компаниях. Она соответствует актуальным требованиям рынка, решает реальные проблемы предприятий и создает дополнительную ценность для всех участников процесса.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954757-6C06-5535-B482-B4B23B1C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2</a:t>
            </a:fld>
            <a:r>
              <a:rPr lang="en-US" sz="3600" dirty="0"/>
              <a:t>/9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08341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80C56-3AA5-916F-7171-8EC0EF42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71BA497-9A8A-141A-6538-400512A94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994" y="1902012"/>
            <a:ext cx="2410012" cy="24366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4B40E8-A4A1-8BFB-E531-99A2FC4DD29D}"/>
              </a:ext>
            </a:extLst>
          </p:cNvPr>
          <p:cNvSpPr txBox="1"/>
          <p:nvPr/>
        </p:nvSpPr>
        <p:spPr>
          <a:xfrm>
            <a:off x="4811806" y="4338682"/>
            <a:ext cx="256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Работники водоканала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5560CC6-1E81-9431-A22B-059560E6C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29" y="1875354"/>
            <a:ext cx="2410012" cy="2436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36BB7D-5CF2-5EB7-FD45-B1464B5112DF}"/>
              </a:ext>
            </a:extLst>
          </p:cNvPr>
          <p:cNvSpPr txBox="1"/>
          <p:nvPr/>
        </p:nvSpPr>
        <p:spPr>
          <a:xfrm>
            <a:off x="1069041" y="4312024"/>
            <a:ext cx="256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Люди, которым требуется поверка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ECE052-7FDC-6C1D-892B-1A2680E03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234" y="1690688"/>
            <a:ext cx="2778313" cy="2436671"/>
          </a:xfrm>
          <a:prstGeom prst="rect">
            <a:avLst/>
          </a:prstGeom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CD9831-7CA4-FF74-0A76-61C85E2FD75C}"/>
              </a:ext>
            </a:extLst>
          </p:cNvPr>
          <p:cNvSpPr txBox="1"/>
          <p:nvPr/>
        </p:nvSpPr>
        <p:spPr>
          <a:xfrm>
            <a:off x="8046196" y="4338682"/>
            <a:ext cx="256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Мастера по поверке</a:t>
            </a:r>
          </a:p>
        </p:txBody>
      </p:sp>
      <p:sp>
        <p:nvSpPr>
          <p:cNvPr id="14" name="Номер слайда 8">
            <a:extLst>
              <a:ext uri="{FF2B5EF4-FFF2-40B4-BE49-F238E27FC236}">
                <a16:creationId xmlns:a16="http://schemas.microsoft.com/office/drawing/2014/main" id="{28EBA669-1A83-6778-81C6-2639EDDB0DB0}"/>
              </a:ext>
            </a:extLst>
          </p:cNvPr>
          <p:cNvSpPr txBox="1">
            <a:spLocks/>
          </p:cNvSpPr>
          <p:nvPr/>
        </p:nvSpPr>
        <p:spPr>
          <a:xfrm>
            <a:off x="10901083" y="5558118"/>
            <a:ext cx="1062318" cy="1190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1465EA-9B07-4368-B55F-CED6B2FE6CC6}" type="slidenum">
              <a:rPr lang="ru-RU" sz="3600" smtClean="0"/>
              <a:pPr/>
              <a:t>3</a:t>
            </a:fld>
            <a:r>
              <a:rPr lang="en-US" sz="3600"/>
              <a:t>/9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729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5A95E-CEA5-B0B4-3A0E-C1088248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C4CF0-55D7-F9F6-55B4-F161F21B4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9269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Разработать приложение которое будет автоматизировать приём и учёт заявок по поверке счётчиков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F9BDEE-761C-5579-3C18-8808887A1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313" y="3074894"/>
            <a:ext cx="3569373" cy="3569373"/>
          </a:xfrm>
          <a:prstGeom prst="rect">
            <a:avLst/>
          </a:prstGeom>
        </p:spPr>
      </p:pic>
      <p:sp>
        <p:nvSpPr>
          <p:cNvPr id="7" name="Номер слайда 8">
            <a:extLst>
              <a:ext uri="{FF2B5EF4-FFF2-40B4-BE49-F238E27FC236}">
                <a16:creationId xmlns:a16="http://schemas.microsoft.com/office/drawing/2014/main" id="{DF0F5D67-B91A-78A9-5567-C701DEBA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4</a:t>
            </a:fld>
            <a:r>
              <a:rPr lang="en-US" sz="3600" dirty="0"/>
              <a:t>/9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83227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72A40-7FFF-EE2E-9F52-DB85952B4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320F269-21B7-1FA4-EEAB-11E1DFF3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087" y="1941989"/>
            <a:ext cx="4587113" cy="55515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Анализ предметной области и потребностей аудитории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16CB372-4818-DD92-A28F-7AEED56F42A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31087" y="3451412"/>
            <a:ext cx="2682113" cy="55515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Разработка базы данных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4475F6A1-246A-3E11-14BD-9DD91B44E45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331087" y="4960835"/>
            <a:ext cx="2275713" cy="55515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Разработка интерфейса</a:t>
            </a:r>
          </a:p>
        </p:txBody>
      </p:sp>
      <p:sp>
        <p:nvSpPr>
          <p:cNvPr id="12" name="Номер слайда 8">
            <a:extLst>
              <a:ext uri="{FF2B5EF4-FFF2-40B4-BE49-F238E27FC236}">
                <a16:creationId xmlns:a16="http://schemas.microsoft.com/office/drawing/2014/main" id="{B3AD1776-17FE-125E-460A-459F2616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5</a:t>
            </a:fld>
            <a:r>
              <a:rPr lang="en-US" sz="3600" dirty="0"/>
              <a:t>/9</a:t>
            </a:r>
            <a:endParaRPr lang="ru-RU" sz="36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70D4B93-52DD-60DE-BD14-E756B8E2735A}"/>
              </a:ext>
            </a:extLst>
          </p:cNvPr>
          <p:cNvSpPr/>
          <p:nvPr/>
        </p:nvSpPr>
        <p:spPr>
          <a:xfrm>
            <a:off x="481013" y="1819656"/>
            <a:ext cx="702468" cy="694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51E2E30-E1F5-BCF9-4F10-1E61E5537915}"/>
              </a:ext>
            </a:extLst>
          </p:cNvPr>
          <p:cNvSpPr/>
          <p:nvPr/>
        </p:nvSpPr>
        <p:spPr>
          <a:xfrm>
            <a:off x="481013" y="3357703"/>
            <a:ext cx="702468" cy="694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D3641AC-4BB3-B8B5-6C91-AE1222D6068E}"/>
              </a:ext>
            </a:extLst>
          </p:cNvPr>
          <p:cNvSpPr/>
          <p:nvPr/>
        </p:nvSpPr>
        <p:spPr>
          <a:xfrm>
            <a:off x="481013" y="4863174"/>
            <a:ext cx="702468" cy="694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D43D92FF-CFE9-369C-45F2-FBACB0EDA555}"/>
              </a:ext>
            </a:extLst>
          </p:cNvPr>
          <p:cNvSpPr/>
          <p:nvPr/>
        </p:nvSpPr>
        <p:spPr>
          <a:xfrm>
            <a:off x="6096000" y="1872092"/>
            <a:ext cx="702468" cy="694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65807D3-B109-07A8-600A-E96CCF834374}"/>
              </a:ext>
            </a:extLst>
          </p:cNvPr>
          <p:cNvSpPr/>
          <p:nvPr/>
        </p:nvSpPr>
        <p:spPr>
          <a:xfrm>
            <a:off x="6096000" y="3381515"/>
            <a:ext cx="702468" cy="694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1950A66-9959-F56F-4E31-69DF94533F42}"/>
              </a:ext>
            </a:extLst>
          </p:cNvPr>
          <p:cNvSpPr/>
          <p:nvPr/>
        </p:nvSpPr>
        <p:spPr>
          <a:xfrm>
            <a:off x="6096000" y="4890938"/>
            <a:ext cx="702468" cy="694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бъект 6">
            <a:extLst>
              <a:ext uri="{FF2B5EF4-FFF2-40B4-BE49-F238E27FC236}">
                <a16:creationId xmlns:a16="http://schemas.microsoft.com/office/drawing/2014/main" id="{709E0BBA-F258-C1DA-4F18-44E4F477D9A5}"/>
              </a:ext>
            </a:extLst>
          </p:cNvPr>
          <p:cNvSpPr txBox="1">
            <a:spLocks/>
          </p:cNvSpPr>
          <p:nvPr/>
        </p:nvSpPr>
        <p:spPr>
          <a:xfrm>
            <a:off x="7071487" y="1941989"/>
            <a:ext cx="2682113" cy="555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Разработка архитектуры приложения</a:t>
            </a:r>
          </a:p>
        </p:txBody>
      </p:sp>
      <p:sp>
        <p:nvSpPr>
          <p:cNvPr id="20" name="Объект 6">
            <a:extLst>
              <a:ext uri="{FF2B5EF4-FFF2-40B4-BE49-F238E27FC236}">
                <a16:creationId xmlns:a16="http://schemas.microsoft.com/office/drawing/2014/main" id="{079DBB7C-491A-D48B-1CBC-FDDBE4DCC775}"/>
              </a:ext>
            </a:extLst>
          </p:cNvPr>
          <p:cNvSpPr txBox="1">
            <a:spLocks/>
          </p:cNvSpPr>
          <p:nvPr/>
        </p:nvSpPr>
        <p:spPr>
          <a:xfrm>
            <a:off x="7071487" y="4960835"/>
            <a:ext cx="2682113" cy="555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Разработка документации</a:t>
            </a:r>
          </a:p>
        </p:txBody>
      </p:sp>
      <p:sp>
        <p:nvSpPr>
          <p:cNvPr id="21" name="Объект 6">
            <a:extLst>
              <a:ext uri="{FF2B5EF4-FFF2-40B4-BE49-F238E27FC236}">
                <a16:creationId xmlns:a16="http://schemas.microsoft.com/office/drawing/2014/main" id="{C7E68990-8712-CD29-A1EF-70FEADBFAECB}"/>
              </a:ext>
            </a:extLst>
          </p:cNvPr>
          <p:cNvSpPr txBox="1">
            <a:spLocks/>
          </p:cNvSpPr>
          <p:nvPr/>
        </p:nvSpPr>
        <p:spPr>
          <a:xfrm>
            <a:off x="7071487" y="3451412"/>
            <a:ext cx="2682113" cy="555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Тестирование приложения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ADEE02-977A-44CB-6DB0-5B34084662D4}"/>
              </a:ext>
            </a:extLst>
          </p:cNvPr>
          <p:cNvSpPr txBox="1"/>
          <p:nvPr/>
        </p:nvSpPr>
        <p:spPr>
          <a:xfrm>
            <a:off x="686197" y="1975517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68561D-4052-C10B-53DD-D974635A1BB8}"/>
              </a:ext>
            </a:extLst>
          </p:cNvPr>
          <p:cNvSpPr txBox="1"/>
          <p:nvPr/>
        </p:nvSpPr>
        <p:spPr>
          <a:xfrm>
            <a:off x="686197" y="3520509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86B7A6-F22F-3B36-9385-9A65AF229313}"/>
              </a:ext>
            </a:extLst>
          </p:cNvPr>
          <p:cNvSpPr txBox="1"/>
          <p:nvPr/>
        </p:nvSpPr>
        <p:spPr>
          <a:xfrm>
            <a:off x="686594" y="502598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5BA16E-C915-DBC3-D63C-78FD90ADBDDD}"/>
              </a:ext>
            </a:extLst>
          </p:cNvPr>
          <p:cNvSpPr txBox="1"/>
          <p:nvPr/>
        </p:nvSpPr>
        <p:spPr>
          <a:xfrm>
            <a:off x="6301184" y="2021386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C0AC87-4B14-4CEF-C46A-2C131FB8408B}"/>
              </a:ext>
            </a:extLst>
          </p:cNvPr>
          <p:cNvSpPr txBox="1"/>
          <p:nvPr/>
        </p:nvSpPr>
        <p:spPr>
          <a:xfrm>
            <a:off x="6301184" y="3544321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2B53C4-AB51-7510-2C28-8AE546B78507}"/>
              </a:ext>
            </a:extLst>
          </p:cNvPr>
          <p:cNvSpPr txBox="1"/>
          <p:nvPr/>
        </p:nvSpPr>
        <p:spPr>
          <a:xfrm>
            <a:off x="6284118" y="5053744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514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9" grpId="0" build="p"/>
      <p:bldP spid="19" grpId="0" build="allAtOnce"/>
      <p:bldP spid="20" grpId="0" build="allAtOnce"/>
      <p:bldP spid="21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32C50-630E-5F44-71D8-A69B7ABE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разработки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828CD68-1C70-7A5B-AC6E-D77BDA99DB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534" y="2816780"/>
            <a:ext cx="1386774" cy="1386774"/>
          </a:xfrm>
        </p:spPr>
      </p:pic>
      <p:pic>
        <p:nvPicPr>
          <p:cNvPr id="6" name="Picture 30">
            <a:extLst>
              <a:ext uri="{FF2B5EF4-FFF2-40B4-BE49-F238E27FC236}">
                <a16:creationId xmlns:a16="http://schemas.microsoft.com/office/drawing/2014/main" id="{20C386BC-3F3A-C6D8-5BFF-74BD198F7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038" y="2816780"/>
            <a:ext cx="1386774" cy="138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E0AB97-CAB8-10D9-9EF0-F19FC900052F}"/>
              </a:ext>
            </a:extLst>
          </p:cNvPr>
          <p:cNvSpPr txBox="1"/>
          <p:nvPr/>
        </p:nvSpPr>
        <p:spPr>
          <a:xfrm>
            <a:off x="6822141" y="2438400"/>
            <a:ext cx="4069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8B0D2-C04F-8CFB-4B22-C0EA05BF2F92}"/>
              </a:ext>
            </a:extLst>
          </p:cNvPr>
          <p:cNvSpPr txBox="1"/>
          <p:nvPr/>
        </p:nvSpPr>
        <p:spPr>
          <a:xfrm>
            <a:off x="1470212" y="2069068"/>
            <a:ext cx="242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База данных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EB10FE-F521-1B65-91C4-0C42A86F7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539" y="2816780"/>
            <a:ext cx="3396779" cy="2165786"/>
          </a:xfrm>
          <a:prstGeom prst="rect">
            <a:avLst/>
          </a:prstGeom>
        </p:spPr>
      </p:pic>
      <p:sp>
        <p:nvSpPr>
          <p:cNvPr id="13" name="Номер слайда 8">
            <a:extLst>
              <a:ext uri="{FF2B5EF4-FFF2-40B4-BE49-F238E27FC236}">
                <a16:creationId xmlns:a16="http://schemas.microsoft.com/office/drawing/2014/main" id="{CC8C6084-046B-CEEE-45D1-E5FE6219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6</a:t>
            </a:fld>
            <a:r>
              <a:rPr lang="en-US" sz="3600" dirty="0"/>
              <a:t>/9</a:t>
            </a:r>
            <a:endParaRPr lang="ru-RU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C709B7-9282-5CD5-D952-A66EE7637553}"/>
              </a:ext>
            </a:extLst>
          </p:cNvPr>
          <p:cNvSpPr txBox="1"/>
          <p:nvPr/>
        </p:nvSpPr>
        <p:spPr>
          <a:xfrm>
            <a:off x="4713708" y="2069068"/>
            <a:ext cx="242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Среда разработки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82F99-4B49-D7D1-354F-A4F5049FB47D}"/>
              </a:ext>
            </a:extLst>
          </p:cNvPr>
          <p:cNvSpPr txBox="1"/>
          <p:nvPr/>
        </p:nvSpPr>
        <p:spPr>
          <a:xfrm>
            <a:off x="7885486" y="1930568"/>
            <a:ext cx="242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Язык программирования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428649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21E06B6-45B1-707B-4F7A-84A40BC2392A}"/>
              </a:ext>
            </a:extLst>
          </p:cNvPr>
          <p:cNvSpPr/>
          <p:nvPr/>
        </p:nvSpPr>
        <p:spPr>
          <a:xfrm>
            <a:off x="5423647" y="1999134"/>
            <a:ext cx="3774141" cy="21873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ECE00-9164-7C81-82E1-EFE89017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5" name="Номер слайда 8">
            <a:extLst>
              <a:ext uri="{FF2B5EF4-FFF2-40B4-BE49-F238E27FC236}">
                <a16:creationId xmlns:a16="http://schemas.microsoft.com/office/drawing/2014/main" id="{04464026-A217-0033-D82C-7FAFCC5B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7</a:t>
            </a:fld>
            <a:r>
              <a:rPr lang="en-US" sz="3600" dirty="0"/>
              <a:t>/9</a:t>
            </a:r>
            <a:endParaRPr lang="ru-RU" sz="360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3F4BE9D-C3D6-F95A-1B3A-4AD22A175587}"/>
              </a:ext>
            </a:extLst>
          </p:cNvPr>
          <p:cNvSpPr/>
          <p:nvPr/>
        </p:nvSpPr>
        <p:spPr>
          <a:xfrm>
            <a:off x="2286000" y="2770094"/>
            <a:ext cx="2429435" cy="99508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Клиентское приложение</a:t>
            </a:r>
          </a:p>
          <a:p>
            <a:pPr algn="ctr"/>
            <a:r>
              <a:rPr lang="en-US" dirty="0"/>
              <a:t>Windows Forms, C#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6F4D314-A8EF-4F37-63F0-27110F432076}"/>
              </a:ext>
            </a:extLst>
          </p:cNvPr>
          <p:cNvSpPr/>
          <p:nvPr/>
        </p:nvSpPr>
        <p:spPr>
          <a:xfrm>
            <a:off x="6096000" y="2770094"/>
            <a:ext cx="2429435" cy="99508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База данных</a:t>
            </a:r>
          </a:p>
          <a:p>
            <a:pPr algn="ctr"/>
            <a:r>
              <a:rPr lang="en-US" dirty="0" err="1"/>
              <a:t>MsSQL</a:t>
            </a:r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773B6F0-ACCE-005C-5EDF-47D5879D1F80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715435" y="3267635"/>
            <a:ext cx="1380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18DFC0-676A-BE5B-AEDB-284ED8FD9B71}"/>
              </a:ext>
            </a:extLst>
          </p:cNvPr>
          <p:cNvSpPr txBox="1"/>
          <p:nvPr/>
        </p:nvSpPr>
        <p:spPr>
          <a:xfrm>
            <a:off x="6857999" y="2199948"/>
            <a:ext cx="90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Сервер</a:t>
            </a:r>
          </a:p>
        </p:txBody>
      </p:sp>
    </p:spTree>
    <p:extLst>
      <p:ext uri="{BB962C8B-B14F-4D97-AF65-F5344CB8AC3E}">
        <p14:creationId xmlns:p14="http://schemas.microsoft.com/office/powerpoint/2010/main" val="2409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  <p:bldP spid="8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4FAA6-6826-D439-A036-FE40DBA21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проекта</a:t>
            </a:r>
          </a:p>
        </p:txBody>
      </p:sp>
      <p:sp>
        <p:nvSpPr>
          <p:cNvPr id="5" name="Номер слайда 8">
            <a:extLst>
              <a:ext uri="{FF2B5EF4-FFF2-40B4-BE49-F238E27FC236}">
                <a16:creationId xmlns:a16="http://schemas.microsoft.com/office/drawing/2014/main" id="{54889926-0594-C3AA-DEBD-531B434A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8</a:t>
            </a:fld>
            <a:r>
              <a:rPr lang="en-US" sz="3600" dirty="0"/>
              <a:t>/9</a:t>
            </a:r>
            <a:endParaRPr lang="ru-RU" sz="3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D75762-BCF4-E821-8B52-8C347698D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24" y="1959421"/>
            <a:ext cx="2330824" cy="24832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F1C4CD-570C-8DFD-D298-B3FEECECF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552" y="1954622"/>
            <a:ext cx="2483225" cy="2483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DC24BF-F17F-3550-6C1C-2A3A5B3C902D}"/>
              </a:ext>
            </a:extLst>
          </p:cNvPr>
          <p:cNvSpPr txBox="1"/>
          <p:nvPr/>
        </p:nvSpPr>
        <p:spPr>
          <a:xfrm>
            <a:off x="9197787" y="4729626"/>
            <a:ext cx="158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удобство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615D3-BD12-6F7A-4F4A-E057D703A52A}"/>
              </a:ext>
            </a:extLst>
          </p:cNvPr>
          <p:cNvSpPr txBox="1"/>
          <p:nvPr/>
        </p:nvSpPr>
        <p:spPr>
          <a:xfrm>
            <a:off x="1662952" y="4729626"/>
            <a:ext cx="1102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контроль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6D5C592-8BFD-E00A-ADCD-3A1EF7CA1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759" y="2026023"/>
            <a:ext cx="2290482" cy="24832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A409F7-5968-4334-D96D-2BC22F18D715}"/>
              </a:ext>
            </a:extLst>
          </p:cNvPr>
          <p:cNvSpPr txBox="1"/>
          <p:nvPr/>
        </p:nvSpPr>
        <p:spPr>
          <a:xfrm>
            <a:off x="5544670" y="4729944"/>
            <a:ext cx="1102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Гибкость</a:t>
            </a:r>
          </a:p>
        </p:txBody>
      </p:sp>
    </p:spTree>
    <p:extLst>
      <p:ext uri="{BB962C8B-B14F-4D97-AF65-F5344CB8AC3E}">
        <p14:creationId xmlns:p14="http://schemas.microsoft.com/office/powerpoint/2010/main" val="44508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063F8-0E1B-E7BA-0A01-93FEB052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13BF8-C80B-A72F-436A-F4A2A1EE9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718" y="1762872"/>
            <a:ext cx="347382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Поставленная цель достигнута и все задачи выполнены</a:t>
            </a:r>
          </a:p>
        </p:txBody>
      </p:sp>
      <p:sp>
        <p:nvSpPr>
          <p:cNvPr id="5" name="Номер слайда 8">
            <a:extLst>
              <a:ext uri="{FF2B5EF4-FFF2-40B4-BE49-F238E27FC236}">
                <a16:creationId xmlns:a16="http://schemas.microsoft.com/office/drawing/2014/main" id="{7B41536C-67FD-7557-B892-CBDC9D0D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1083" y="5558118"/>
            <a:ext cx="1062318" cy="1190252"/>
          </a:xfrm>
        </p:spPr>
        <p:txBody>
          <a:bodyPr/>
          <a:lstStyle/>
          <a:p>
            <a:fld id="{A91465EA-9B07-4368-B55F-CED6B2FE6CC6}" type="slidenum">
              <a:rPr lang="ru-RU" sz="3600" smtClean="0"/>
              <a:t>9</a:t>
            </a:fld>
            <a:r>
              <a:rPr lang="en-US" sz="3600" dirty="0"/>
              <a:t>/9</a:t>
            </a:r>
            <a:endParaRPr lang="ru-RU" sz="3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5E6907-7D5E-AEC7-AD57-783FAC3FB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459" y="1620498"/>
            <a:ext cx="4532746" cy="45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2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7A18-87D5-185D-A5ED-B5F4252F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BE817-B08C-0A60-CBF7-7080C3C66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ВЫСШЕГО ОБРАЗОВАНИЯ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«САНКТ-ПЕТЕРБУРГСКИЙ ГОСУДАРСТВЕННЫЙ УНИВЕРСИТЕТ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ТЕЛЕКОММУНИКАЦИЙ ИМ. ПРОФ. М.А. БОНЧ-БРУЕВИЧА»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(СПбГУТ)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АРХАНГЕЛЬСКИЙ КОЛЛЕДЖ ТЕЛЕКОММУНИКАЦИЙ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ИМ. Б.Л. РОЗИНГА (ФИЛИАЛ) СПбГУТ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(АКТ (ф) СПбГУТ)</a:t>
            </a:r>
            <a:endParaRPr lang="ru-RU"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27EF99-A056-71A7-7471-FEECD27BB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ПОДССИТЕМЫ УЧЕТА ЗАЯВОК ПО ПОВЕРКЕ СЧЁТЧИКОВ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B4860-5465-B4E4-C528-315E352762B3}"/>
              </a:ext>
            </a:extLst>
          </p:cNvPr>
          <p:cNvSpPr txBox="1"/>
          <p:nvPr/>
        </p:nvSpPr>
        <p:spPr>
          <a:xfrm>
            <a:off x="4670612" y="6488668"/>
            <a:ext cx="285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E85E2-C0E7-6EB4-1643-DC9E9DF74127}"/>
              </a:ext>
            </a:extLst>
          </p:cNvPr>
          <p:cNvSpPr txBox="1"/>
          <p:nvPr/>
        </p:nvSpPr>
        <p:spPr>
          <a:xfrm>
            <a:off x="8023412" y="3933715"/>
            <a:ext cx="3302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2"/>
                </a:solidFill>
              </a:rPr>
              <a:t>Пермогорский</a:t>
            </a:r>
            <a:r>
              <a:rPr lang="ru-RU" dirty="0">
                <a:solidFill>
                  <a:schemeClr val="bg2"/>
                </a:solidFill>
              </a:rPr>
              <a:t> Егор Алексеевич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accent3"/>
                </a:solidFill>
              </a:rPr>
              <a:t>Студент ИСПП-21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83C39-04C2-3102-A97C-180883BF599D}"/>
              </a:ext>
            </a:extLst>
          </p:cNvPr>
          <p:cNvSpPr txBox="1"/>
          <p:nvPr/>
        </p:nvSpPr>
        <p:spPr>
          <a:xfrm>
            <a:off x="8023412" y="4726443"/>
            <a:ext cx="2790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2"/>
                </a:solidFill>
              </a:rPr>
              <a:t>Маломан</a:t>
            </a:r>
            <a:r>
              <a:rPr lang="ru-RU" dirty="0">
                <a:solidFill>
                  <a:schemeClr val="bg2"/>
                </a:solidFill>
              </a:rPr>
              <a:t> Юлия Сергеевна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accent3"/>
                </a:solidFill>
              </a:rPr>
              <a:t>Руководитель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6251E4-3704-9430-B194-2F39D269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65EA-9B07-4368-B55F-CED6B2FE6CC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24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dark-minimalism</Template>
  <TotalTime>267</TotalTime>
  <Words>286</Words>
  <Application>Microsoft Office PowerPoint</Application>
  <PresentationFormat>Широкоэкранный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проекта</vt:lpstr>
      <vt:lpstr>Заключение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111 111</dc:creator>
  <cp:lastModifiedBy>111 111</cp:lastModifiedBy>
  <cp:revision>2</cp:revision>
  <dcterms:created xsi:type="dcterms:W3CDTF">2025-12-08T19:33:43Z</dcterms:created>
  <dcterms:modified xsi:type="dcterms:W3CDTF">2025-12-09T00:01:04Z</dcterms:modified>
</cp:coreProperties>
</file>